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304288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596896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889504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182112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767328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2011680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" y="2304288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" y="2596896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2889504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3182112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4128" y="3474720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4128" y="3767328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16736" y="2011680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16736" y="2304288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16736" y="2596896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16736" y="2889504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16736" y="3182112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16736" y="3474720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16736" y="3767328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09344" y="2011680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09344" y="2304288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9344" y="2596896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609344" y="2889504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09344" y="3182112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09344" y="3474720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09344" y="3767328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901952" y="2011680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901952" y="2304288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901952" y="2596896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901952" y="2889504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01952" y="3182112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1952" y="3474720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901952" y="3767328"/>
            <a:ext cx="91440" cy="9144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2148840"/>
            <a:ext cx="8686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F2937"/>
                </a:solidFill>
                <a:latin typeface="Microsoft YaHei"/>
              </a:rPr>
              <a:t>智学矩阵 StudyMatrix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324612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059669"/>
                </a:solidFill>
                <a:latin typeface="Microsoft YaHei"/>
              </a:rPr>
              <a:t>多 Agent 智能复习规划助手 · 项目演示初稿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42432" y="3977639"/>
            <a:ext cx="713232" cy="457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0" y="4206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Flask + DeepSeek + SSE 流式推送 + 原生前端（Tailwind + marked.js）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47548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</a:rPr>
              <a:t>项目定位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一句话概括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07040" cy="786384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883664"/>
            <a:ext cx="146304" cy="14630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709928"/>
            <a:ext cx="9692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面向大学生的智能复习规划助手：对话式输入需求，自动排复习计划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69464"/>
            <a:ext cx="10607040" cy="786384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852928"/>
            <a:ext cx="146304" cy="14630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679192"/>
            <a:ext cx="9692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技术栈：Flask + DeepSeek + SSE 流式推送 + 原生前端（Tailwind + marked.js）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38728"/>
            <a:ext cx="10607040" cy="786384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3822192"/>
            <a:ext cx="146304" cy="14630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648456"/>
            <a:ext cx="9692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核心亮点：多 Agent 调度（Router / Planner / Chat）+ 本地课表工具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07992"/>
            <a:ext cx="10607040" cy="786384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" y="4791456"/>
            <a:ext cx="146304" cy="14630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4617720"/>
            <a:ext cx="9692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已上线公网：Ngrok 固定域名，手机浏览器直接访问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47548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</a:rPr>
              <a:t>核心能力一览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329184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Agent 数量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59669"/>
                </a:solidFill>
                <a:latin typeface="Microsoft YaHei"/>
              </a:rPr>
              <a:t>3 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45920"/>
            <a:ext cx="329184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本地工具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3172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59669"/>
                </a:solidFill>
                <a:latin typeface="Microsoft YaHei"/>
              </a:rPr>
              <a:t>课表引擎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645920"/>
            <a:ext cx="329184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874519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公网访问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33172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59669"/>
                </a:solidFill>
                <a:latin typeface="Microsoft YaHei"/>
              </a:rPr>
              <a:t>已上线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94760"/>
            <a:ext cx="128016" cy="12801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21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Router Agent：DeepSeek 意图识别，plan/chat 双路由，失败自动降级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07992"/>
            <a:ext cx="128016" cy="12801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Planner Agent：真实时间注入 + 课表空闲时段 → 时间/任务/目标三列表格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221224"/>
            <a:ext cx="128016" cy="12801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4807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Chat Agent：Markdown 渲染回复，闲聊咨询全覆盖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47548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</a:rPr>
              <a:t>一次对话的完整调度链路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SSE 流式推送，每一步前端实时可见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51760"/>
            <a:ext cx="10424160" cy="45720"/>
          </a:xfrm>
          <a:prstGeom prst="round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3185903632" y="2478024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3185062384" y="1691640"/>
            <a:ext cx="2084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① 用户发送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3185153824" y="3063240"/>
            <a:ext cx="19019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手机/PC 输入需求</a:t>
            </a:r>
          </a:p>
        </p:txBody>
      </p:sp>
      <p:sp>
        <p:nvSpPr>
          <p:cNvPr id="9" name="Oval 8"/>
          <p:cNvSpPr/>
          <p:nvPr/>
        </p:nvSpPr>
        <p:spPr>
          <a:xfrm>
            <a:off x="2859556284432" y="2478024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9555443184" y="1691640"/>
            <a:ext cx="2084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②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9555534624" y="3063240"/>
            <a:ext cx="19019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意图识别（SSE 灰字提示）</a:t>
            </a:r>
          </a:p>
        </p:txBody>
      </p:sp>
      <p:sp>
        <p:nvSpPr>
          <p:cNvPr id="12" name="Oval 11"/>
          <p:cNvSpPr/>
          <p:nvPr/>
        </p:nvSpPr>
        <p:spPr>
          <a:xfrm>
            <a:off x="4765926665232" y="2478024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5925823984" y="1691640"/>
            <a:ext cx="2084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③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5925915424" y="3063240"/>
            <a:ext cx="19019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读取本地 schedule.json</a:t>
            </a:r>
          </a:p>
        </p:txBody>
      </p:sp>
      <p:sp>
        <p:nvSpPr>
          <p:cNvPr id="15" name="Oval 14"/>
          <p:cNvSpPr/>
          <p:nvPr/>
        </p:nvSpPr>
        <p:spPr>
          <a:xfrm>
            <a:off x="6672297046032" y="2478024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2296204784" y="1691640"/>
            <a:ext cx="2084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④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2296296224" y="3063240"/>
            <a:ext cx="19019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拼入空闲时间调用大模型</a:t>
            </a:r>
          </a:p>
        </p:txBody>
      </p:sp>
      <p:sp>
        <p:nvSpPr>
          <p:cNvPr id="18" name="Oval 17"/>
          <p:cNvSpPr/>
          <p:nvPr/>
        </p:nvSpPr>
        <p:spPr>
          <a:xfrm>
            <a:off x="8578667426832" y="2478024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8666585584" y="1691640"/>
            <a:ext cx="2084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⑤ 渲染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8666677024" y="3063240"/>
            <a:ext cx="19019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Markdown 表格 + 打字动画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120640"/>
            <a:ext cx="10607040" cy="91440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257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示例：发送「帮我制定复习计划」→ 灰字 [Router Agent: 正在识别意图...] → [Tool: 正在读取本地教务系统 schedule.json...] → 三列表格（时间/任务/目标）流式呈现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47548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</a:rPr>
              <a:t>移动端体验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3268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响应式设计，手机浏览器自适应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6035040" cy="73152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128016" cy="12801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810512"/>
            <a:ext cx="53949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侧边栏自动隐藏，主聊天区占满全屏（&lt;768px 断点）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33472"/>
            <a:ext cx="6035040" cy="73152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907792"/>
            <a:ext cx="128016" cy="12801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706624"/>
            <a:ext cx="53949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抽屉式侧边栏：点菜单按钮弹出，历史对话随时切换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29584"/>
            <a:ext cx="6035040" cy="73152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3803904"/>
            <a:ext cx="128016" cy="12801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602736"/>
            <a:ext cx="53949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安全区适配：iPhone 刘海屏/手势条不遮挡输入框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425696"/>
            <a:ext cx="6035040" cy="73152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4700016"/>
            <a:ext cx="128016" cy="12801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498848"/>
            <a:ext cx="53949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Markdown 表格横向滚动，触屏操作友好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321808"/>
            <a:ext cx="6035040" cy="73152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5596128"/>
            <a:ext cx="128016" cy="12801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394960"/>
            <a:ext cx="53949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实时时钟 + 绿色呼吸灯：'活'的监控台效果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554480"/>
            <a:ext cx="29260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90688" y="1664208"/>
            <a:ext cx="2706624" cy="4572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1737360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智学矩阵 · 待命中 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2377440"/>
            <a:ext cx="1737360" cy="685800"/>
          </a:xfrm>
          <a:prstGeom prst="roundRect">
            <a:avLst>
              <a:gd name="adj" fmla="val 30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48716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F2937"/>
                </a:solidFill>
                <a:latin typeface="Microsoft YaHei"/>
              </a:rPr>
              <a:t>AI: 帮你排好复习计划啦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3246120"/>
            <a:ext cx="1737360" cy="5486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33375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帮我制定复习计划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9560" y="3977640"/>
            <a:ext cx="2377440" cy="1371600"/>
          </a:xfrm>
          <a:prstGeom prst="roundRect">
            <a:avLst>
              <a:gd name="adj" fmla="val 15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11480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F2937"/>
                </a:solidFill>
                <a:latin typeface="Microsoft YaHei"/>
              </a:rPr>
              <a:t>| 时间 | 任务 | 目标 |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1F2937"/>
                </a:solidFill>
                <a:latin typeface="Microsoft YaHei"/>
              </a:rPr>
              <a:t>| 19:00 | 高数 | 及格 |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1F2937"/>
                </a:solidFill>
                <a:latin typeface="Microsoft YaHei"/>
              </a:rPr>
              <a:t>| 20:00 | 英语 | 六级 |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5669280"/>
            <a:ext cx="2560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577900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给智学矩阵发送消息…</a:t>
            </a:r>
          </a:p>
        </p:txBody>
      </p:sp>
      <p:sp>
        <p:nvSpPr>
          <p:cNvPr id="31" name="Oval 30"/>
          <p:cNvSpPr/>
          <p:nvPr/>
        </p:nvSpPr>
        <p:spPr>
          <a:xfrm>
            <a:off x="9948672" y="569671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48672" y="5724143"/>
            <a:ext cx="4389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82296" cy="47548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</a:rPr>
              <a:t>多 Agent 调度 vs 传统单模型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5120640" cy="420624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6B7280"/>
                </a:solidFill>
                <a:latin typeface="Microsoft YaHei"/>
              </a:rPr>
              <a:t>传统单模型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606040"/>
            <a:ext cx="118872" cy="118872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51460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Microsoft YaHei"/>
              </a:rPr>
              <a:t>不知道今天日期，乱编时间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383280"/>
            <a:ext cx="118872" cy="118872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29184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Microsoft YaHei"/>
              </a:rPr>
              <a:t>课表全靠用户口述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160520"/>
            <a:ext cx="118872" cy="118872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06908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Microsoft YaHei"/>
              </a:rPr>
              <a:t>一次性返回，无过程反馈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5120640" cy="42062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59669"/>
                </a:solidFill>
                <a:latin typeface="Microsoft YaHei"/>
              </a:rPr>
              <a:t>智学矩阵多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606040"/>
            <a:ext cx="118872" cy="11887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251460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系统环境信息：分钟级真实时间注入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383280"/>
            <a:ext cx="118872" cy="11887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329184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本地课表工具自动读取空闲时段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4160520"/>
            <a:ext cx="118872" cy="11887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406908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SSE 流式：Router/Tool 状态实时可见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1F2937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059669"/>
                </a:solidFill>
                <a:latin typeface="Microsoft YaHei"/>
              </a:rPr>
              <a:t>扫码/链接体验：dealt-sworn-barrack.ngrok-free.dev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Q&amp;A · 智学矩阵 StudyMatrix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